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08     ⚙️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Fonctions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1 - Les Fondamentaux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3h  |  Créez des fonctions réutilisables, maîtrisez les paramètres, la portée et les closures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3A047"/>
                </a:solidFill>
                <a:latin typeface="Calibri"/>
              </a:defRPr>
            </a:pPr>
            <a:r>
              <a:t>Module 08 - Fonctions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Definir une fonction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def nom_fonction(parametres):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Bloc indente = corps de la fonction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return pour renvoyer une valeur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Sans return : la fonction renvoie 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3A047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def saluer(nom):</a:t>
            </a:r>
            <a:br/>
            <a:r>
              <a:t>    return f"Bonjour {nom}!"</a:t>
            </a:r>
            <a:br/>
            <a:br/>
            <a:r>
              <a:t>message = saluer("Alice")</a:t>
            </a:r>
            <a:br/>
            <a:r>
              <a:t>print(message)  # Bonjour Alice!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3A047"/>
                </a:solidFill>
                <a:latin typeface="Calibri"/>
              </a:defRPr>
            </a:pPr>
            <a:r>
              <a:t>Module 08 - Fonctions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Parametres avances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Parametres par defaut : def f(x=10)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Parametres nommes : f(x=5, y=3)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*args : nombre variable d'arguments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**kwargs : arguments nommes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3A047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def somme(*args):</a:t>
            </a:r>
            <a:br/>
            <a:r>
              <a:t>    return sum(args)</a:t>
            </a:r>
            <a:br/>
            <a:br/>
            <a:r>
              <a:t>print(somme(1, 2, 3, 4))  # 10</a:t>
            </a:r>
            <a:br/>
            <a:br/>
            <a:r>
              <a:t>def afficher(**kwargs):</a:t>
            </a:r>
            <a:br/>
            <a:r>
              <a:t>    for k, v in kwargs.items():</a:t>
            </a:r>
            <a:br/>
            <a:r>
              <a:t>        print(f"{k} = {v}")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3A047"/>
                </a:solidFill>
                <a:latin typeface="Calibri"/>
              </a:defRPr>
            </a:pPr>
            <a:r>
              <a:t>Module 08 - Fonctions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Portee des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Variables locales : dans la fonction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Variables globales : en dehors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global pour modifier une globale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Les closures capturent le contexte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3A047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x = 10  # globale</a:t>
            </a:r>
            <a:br/>
            <a:br/>
            <a:r>
              <a:t>def modifier():</a:t>
            </a:r>
            <a:br/>
            <a:r>
              <a:t>    global x</a:t>
            </a:r>
            <a:br/>
            <a:r>
              <a:t>    x = 20</a:t>
            </a:r>
            <a:br/>
            <a:br/>
            <a:r>
              <a:t>modifier()</a:t>
            </a:r>
            <a:br/>
            <a:r>
              <a:t>print(x)  #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Definir une fonction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Parametres avances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Portee des variables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3A047"/>
                </a:solidFill>
                <a:latin typeface="Calibri"/>
              </a:defRPr>
            </a:pPr>
            <a:r>
              <a:t>Module 08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