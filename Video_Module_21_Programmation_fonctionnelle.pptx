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21     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Programmation fonctionnelle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3 - Avancé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Map, filter, reduce, lambda, itertools et functools pour un code élégant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A68C8"/>
                </a:solidFill>
                <a:latin typeface="Calibri"/>
              </a:defRPr>
            </a:pPr>
            <a:r>
              <a:t>Module 21 - Programmation fonctionnelle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21: Programmation fonctionnelle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Map, filter, reduce, lambda, itertools et functools pour un code élégant.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Avancé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A68C8"/>
                </a:solidFill>
                <a:latin typeface="Calibri"/>
              </a:defRPr>
            </a:pPr>
            <a:r>
              <a:t>Module 21 - Programmation fonctionnelle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programmation fonctionnelle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A68C8"/>
                </a:solidFill>
                <a:latin typeface="Calibri"/>
              </a:defRPr>
            </a:pPr>
            <a:r>
              <a:t>Module 21 - Programmation fonctionnelle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A68C8"/>
                </a:solidFill>
                <a:latin typeface="Calibri"/>
              </a:defRPr>
            </a:pPr>
            <a:r>
              <a:t>Module 21 - Programmation fonctionnelle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A68C8"/>
                </a:solidFill>
                <a:latin typeface="Calibri"/>
              </a:defRPr>
            </a:pPr>
            <a:r>
              <a:t>Module 21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