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01     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Introduction à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Installez Python et écrivez vos premiers scripts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Module 01 - Introduction à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Qu'est-ce que Python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Crée en 1991 par Guido van Rossum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Langage simple, lisible et polyvalent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Utilisé pour le web, data science, IA, automatisation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Grande communauté, open-source, gratuit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print("Hello, World!")</a:t>
            </a:r>
            <a:br/>
            <a:br/>
            <a:r>
              <a:t># Python est un langage interprété</a:t>
            </a:r>
            <a:br/>
            <a:r>
              <a:t># Pas besoin de compilation</a:t>
            </a:r>
            <a:br/>
            <a:r>
              <a:t># Il suffit d'avoir Python installe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Module 01 - Introduction à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python.org → Download → Installer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Sous Windows : cocher "Add Python to PATH"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Verifier avec : python --version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Editeur recommande : VS Code ou PyCharm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Module 01 - Introduction à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Premier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Creer un fichier .py avec un editeur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Executer avec : python fichier.py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print() pour afficher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input() pour lire une saisie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nom = input("Quel est ton prenom ? ")</a:t>
            </a:r>
            <a:br/>
            <a:r>
              <a:t>print(f"Bonjour {nom} !")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Qu'est-ce que Python ?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Installation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Premier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CAF50"/>
                </a:solidFill>
                <a:latin typeface="Calibri"/>
              </a:defRPr>
            </a:pPr>
            <a:r>
              <a:t>Module 01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