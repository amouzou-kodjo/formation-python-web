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10    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Gestion des erreurs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Anticipez et gérez les erreurs avec try/except, créez vos propres exceptions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BB6A"/>
                </a:solidFill>
                <a:latin typeface="Calibri"/>
              </a:defRPr>
            </a:pPr>
            <a:r>
              <a:t>Module 10 - Gestion des erreurs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Try / Except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try : bloc a surveiller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except : gerer l'erreur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finally : toujours execute (optionnel)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else : si pas d'erreur (optionnel)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BB6A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try:</a:t>
            </a:r>
            <a:br/>
            <a:r>
              <a:t>    x = int(input("Nombre: "))</a:t>
            </a:r>
            <a:br/>
            <a:r>
              <a:t>    print(10 / x)</a:t>
            </a:r>
            <a:br/>
            <a:r>
              <a:t>except ValueError:</a:t>
            </a:r>
            <a:br/>
            <a:r>
              <a:t>    print("Pas un nombre!")</a:t>
            </a:r>
            <a:br/>
            <a:r>
              <a:t>except ZeroDivisionError:</a:t>
            </a:r>
            <a:br/>
            <a:r>
              <a:t>    print("Division par zero!")</a:t>
            </a:r>
            <a:br/>
            <a:r>
              <a:t>finally:</a:t>
            </a:r>
            <a:br/>
            <a:r>
              <a:t>    print("Termine")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BB6A"/>
                </a:solidFill>
                <a:latin typeface="Calibri"/>
              </a:defRPr>
            </a:pPr>
            <a:r>
              <a:t>Module 10 - Gestion des erreurs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Creer ses exceptions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class MonErreur(Exception):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Heriter de la classe Exception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Ajouter un message personnalise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Utiliser raise pour declencher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BB6A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class SoldeInsuffisant(Exception):</a:t>
            </a:r>
            <a:br/>
            <a:r>
              <a:t>    pass</a:t>
            </a:r>
            <a:br/>
            <a:br/>
            <a:r>
              <a:t>def retrait(solde, montant):</a:t>
            </a:r>
            <a:br/>
            <a:r>
              <a:t>    if montant &gt; solde:</a:t>
            </a:r>
            <a:br/>
            <a:r>
              <a:t>        raise SoldeInsuffisant("Solde insuffisant!")</a:t>
            </a:r>
            <a:br/>
            <a:r>
              <a:t>    return solde - montant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BB6A"/>
                </a:solidFill>
                <a:latin typeface="Calibri"/>
              </a:defRPr>
            </a:pPr>
            <a:r>
              <a:t>Module 10 - Gestion des erreurs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Ne pas capturer Exception generiquement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Preciser le type d'exception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Utiliser finally pour les ressources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Context managers (with) pour les fichiers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BB6A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# Mauvais</a:t>
            </a:r>
            <a:br/>
            <a:r>
              <a:t>try:</a:t>
            </a:r>
            <a:br/>
            <a:r>
              <a:t>    ...</a:t>
            </a:r>
            <a:br/>
            <a:r>
              <a:t>except:  # Trop large</a:t>
            </a:r>
            <a:br/>
            <a:r>
              <a:t>    pass</a:t>
            </a:r>
            <a:br/>
            <a:br/>
            <a:r>
              <a:t># Bon</a:t>
            </a:r>
            <a:br/>
            <a:r>
              <a:t>try:</a:t>
            </a:r>
            <a:br/>
            <a:r>
              <a:t>    ...</a:t>
            </a:r>
            <a:br/>
            <a:r>
              <a:t>except (ValueError, TypeError) as e:</a:t>
            </a:r>
            <a:br/>
            <a:r>
              <a:t>    print(f"Erreur: {e}")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Try / Except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Creer ses exceptions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BB6A"/>
                </a:solidFill>
                <a:latin typeface="Calibri"/>
              </a:defRPr>
            </a:pPr>
            <a:r>
              <a:t>Module 10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