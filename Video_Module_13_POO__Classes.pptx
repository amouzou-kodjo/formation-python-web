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13     🏛️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POO —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Plongez dans la programmation orientée objet : classes, attributs, méthodes, propriétés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Calibri"/>
              </a:defRPr>
            </a:pPr>
            <a:r>
              <a:t>Module 13 - POO —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13: POO — Classes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Plongez dans la programmation orientée objet : classes, attributs, méthodes, propriétés.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Calibri"/>
              </a:defRPr>
            </a:pPr>
            <a:r>
              <a:t>Module 13 - POO —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poo — classes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Calibri"/>
              </a:defRPr>
            </a:pPr>
            <a:r>
              <a:t>Module 13 - POO —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Calibri"/>
              </a:defRPr>
            </a:pPr>
            <a:r>
              <a:t>Module 13 - POO —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B74D"/>
                </a:solidFill>
                <a:latin typeface="Calibri"/>
              </a:defRPr>
            </a:pPr>
            <a:r>
              <a:t>Module 13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