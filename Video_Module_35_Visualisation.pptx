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926080"/>
            <a:ext cx="12191695" cy="91440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666666"/>
                </a:solidFill>
                <a:latin typeface="Calibri"/>
              </a:defRPr>
            </a:pPr>
            <a:r>
              <a:t>Module 35     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1E1E1E"/>
                </a:solidFill>
                <a:latin typeface="Calibri"/>
              </a:defRPr>
            </a:pPr>
            <a:r>
              <a:t>Visualisation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666666"/>
                </a:solidFill>
                <a:latin typeface="Calibri"/>
              </a:defRPr>
            </a:pPr>
            <a:r>
              <a:t>Partie 4 - Expert / Spécialisation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029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666666"/>
                </a:solidFill>
                <a:latin typeface="Calibri"/>
              </a:defRPr>
            </a:pPr>
            <a:r>
              <a:t>Duree : 3h  |  Créez des graphiques percutants avec Matplotlib et Seaborn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64B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0"/>
            <a:ext cx="11917375" cy="73152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64B5F6"/>
                </a:solidFill>
                <a:latin typeface="Calibri"/>
              </a:defRPr>
            </a:pPr>
            <a:r>
              <a:t>Module 35 - Visualisation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914400"/>
            <a:ext cx="10058400" cy="45720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9728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1E1E1E"/>
                </a:solidFill>
                <a:latin typeface="Calibri"/>
              </a:defRPr>
            </a:pPr>
            <a:r>
              <a:t>Introduction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9456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  <a:latin typeface="Calibri"/>
              </a:defRPr>
            </a:pPr>
            <a:r>
              <a:t>  Module 35: Visualisation</a:t>
            </a:r>
          </a:p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  <a:latin typeface="Calibri"/>
              </a:defRPr>
            </a:pPr>
            <a:r>
              <a:t>  Créez des graphiques percutants avec Matplotlib et Seaborn.</a:t>
            </a:r>
          </a:p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  <a:latin typeface="Calibri"/>
              </a:defRPr>
            </a:pPr>
            <a:r>
              <a:t>  Duree : 3h</a:t>
            </a:r>
          </a:p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  <a:latin typeface="Calibri"/>
              </a:defRPr>
            </a:pPr>
            <a:r>
              <a:t>  Partie : Expert / Spécialisation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6784848"/>
            <a:ext cx="11917375" cy="73152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64B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0"/>
            <a:ext cx="11917375" cy="73152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64B5F6"/>
                </a:solidFill>
                <a:latin typeface="Calibri"/>
              </a:defRPr>
            </a:pPr>
            <a:r>
              <a:t>Module 35 - Visualisation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914400"/>
            <a:ext cx="10058400" cy="45720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9728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1E1E1E"/>
                </a:solidFill>
                <a:latin typeface="Calibri"/>
              </a:defRPr>
            </a:pPr>
            <a:r>
              <a:t>Concepts cles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9456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  <a:latin typeface="Calibri"/>
              </a:defRPr>
            </a:pPr>
            <a:r>
              <a:t>  Decouvrez les concepts fondamentaux de visualisation</a:t>
            </a:r>
          </a:p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  <a:latin typeface="Calibri"/>
              </a:defRPr>
            </a:pPr>
            <a:r>
              <a:t>  Cas d'usage concrets et exemples pratiques</a:t>
            </a:r>
          </a:p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  <a:latin typeface="Calibri"/>
              </a:defRPr>
            </a:pPr>
            <a:r>
              <a:t>  Bonnes pratiques et pieges a eviter</a:t>
            </a:r>
          </a:p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  <a:latin typeface="Calibri"/>
              </a:defRPr>
            </a:pPr>
            <a:r>
              <a:t>  Exercices pour valider la comprehension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6784848"/>
            <a:ext cx="11917375" cy="73152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64B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0"/>
            <a:ext cx="11917375" cy="73152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64B5F6"/>
                </a:solidFill>
                <a:latin typeface="Calibri"/>
              </a:defRPr>
            </a:pPr>
            <a:r>
              <a:t>Module 35 - Visualisation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914400"/>
            <a:ext cx="10058400" cy="45720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9728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1E1E1E"/>
                </a:solidFill>
                <a:latin typeface="Calibri"/>
              </a:defRPr>
            </a:pPr>
            <a:r>
              <a:t>Exemple pratique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9456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  <a:latin typeface="Calibri"/>
              </a:defRPr>
            </a:pPr>
            <a:r>
              <a:t>  Un exemple concret pour illustrer le module</a:t>
            </a:r>
          </a:p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  <a:latin typeface="Calibri"/>
              </a:defRPr>
            </a:pPr>
            <a:r>
              <a:t>  Code commente pas a pas</a:t>
            </a:r>
          </a:p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  <a:latin typeface="Calibri"/>
              </a:defRPr>
            </a:pPr>
            <a:r>
              <a:t>  Testez par vous-meme dans votre environnement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6784848"/>
            <a:ext cx="11917375" cy="73152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64B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0"/>
            <a:ext cx="11917375" cy="73152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64B5F6"/>
                </a:solidFill>
                <a:latin typeface="Calibri"/>
              </a:defRPr>
            </a:pPr>
            <a:r>
              <a:t>Module 35 - Visualisation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914400"/>
            <a:ext cx="10058400" cy="45720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9728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1E1E1E"/>
                </a:solidFill>
                <a:latin typeface="Calibri"/>
              </a:defRPr>
            </a:pPr>
            <a:r>
              <a:t>Bonnes pratiques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9456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  <a:latin typeface="Calibri"/>
              </a:defRPr>
            </a:pPr>
            <a:r>
              <a:t>  Suivez les conventions Python (PEP 8)</a:t>
            </a:r>
          </a:p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  <a:latin typeface="Calibri"/>
              </a:defRPr>
            </a:pPr>
            <a:r>
              <a:t>  Documentez votre code</a:t>
            </a:r>
          </a:p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  <a:latin typeface="Calibri"/>
              </a:defRPr>
            </a:pPr>
            <a:r>
              <a:t>  Testez au fur et a mesure</a:t>
            </a:r>
          </a:p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  <a:latin typeface="Calibri"/>
              </a:defRPr>
            </a:pPr>
            <a:r>
              <a:t>  Pratiquez regulierement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6784848"/>
            <a:ext cx="11917375" cy="73152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1E1E1E"/>
                </a:solidFill>
                <a:latin typeface="Calibri"/>
              </a:defRPr>
            </a:pPr>
            <a:r>
              <a:t>Recapitulatif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274320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800">
                <a:solidFill>
                  <a:srgbClr val="1E1E1E"/>
                </a:solidFill>
                <a:latin typeface="Calibri"/>
              </a:defRPr>
            </a:pPr>
            <a:r>
              <a:t>  Introduction</a:t>
            </a:r>
          </a:p>
          <a:p>
            <a:pPr>
              <a:spcAft>
                <a:spcPts val="1000"/>
              </a:spcAft>
              <a:defRPr sz="2800">
                <a:solidFill>
                  <a:srgbClr val="1E1E1E"/>
                </a:solidFill>
                <a:latin typeface="Calibri"/>
              </a:defRPr>
            </a:pPr>
            <a:r>
              <a:t>  Concepts cles</a:t>
            </a:r>
          </a:p>
          <a:p>
            <a:pPr>
              <a:spcAft>
                <a:spcPts val="1000"/>
              </a:spcAft>
              <a:defRPr sz="2800">
                <a:solidFill>
                  <a:srgbClr val="1E1E1E"/>
                </a:solidFill>
                <a:latin typeface="Calibri"/>
              </a:defRPr>
            </a:pPr>
            <a:r>
              <a:t>  Exemple pratique</a:t>
            </a:r>
          </a:p>
          <a:p>
            <a:pPr>
              <a:spcAft>
                <a:spcPts val="1000"/>
              </a:spcAft>
              <a:defRPr sz="2800">
                <a:solidFill>
                  <a:srgbClr val="1E1E1E"/>
                </a:solidFill>
                <a:latin typeface="Calibri"/>
              </a:defRPr>
            </a:pPr>
            <a:r>
              <a:t>  Bonnes pratiques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6692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64B5F6"/>
                </a:solidFill>
                <a:latin typeface="Calibri"/>
              </a:defRPr>
            </a:pPr>
            <a:r>
              <a:t>Module 35 termine 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