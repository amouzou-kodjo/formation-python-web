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26     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Singleton, Factory, Observer, Strategy et autres patterns en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935"/>
                </a:solidFill>
                <a:latin typeface="Calibri"/>
              </a:defRPr>
            </a:pPr>
            <a:r>
              <a:t>Module 26 - Design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26: Design patterns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Singleton, Factory, Observer, Strategy et autres patterns en Python.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935"/>
                </a:solidFill>
                <a:latin typeface="Calibri"/>
              </a:defRPr>
            </a:pPr>
            <a:r>
              <a:t>Module 26 - Design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design patterns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935"/>
                </a:solidFill>
                <a:latin typeface="Calibri"/>
              </a:defRPr>
            </a:pPr>
            <a:r>
              <a:t>Module 26 - Design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3935"/>
                </a:solidFill>
                <a:latin typeface="Calibri"/>
              </a:defRPr>
            </a:pPr>
            <a:r>
              <a:t>Module 26 - Design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53935"/>
                </a:solidFill>
                <a:latin typeface="Calibri"/>
              </a:defRPr>
            </a:pPr>
            <a:r>
              <a:t>Module 26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