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36    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Projet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8h  |  Appliquez toutes vos compétences sur un projet complet au choix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47A1"/>
                </a:solidFill>
                <a:latin typeface="Calibri"/>
              </a:defRPr>
            </a:pPr>
            <a:r>
              <a:t>Module 36 - Projet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36: Projet final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Appliquez toutes vos compétences sur un projet complet au choix.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8h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47A1"/>
                </a:solidFill>
                <a:latin typeface="Calibri"/>
              </a:defRPr>
            </a:pPr>
            <a:r>
              <a:t>Module 36 - Projet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projet final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47A1"/>
                </a:solidFill>
                <a:latin typeface="Calibri"/>
              </a:defRPr>
            </a:pPr>
            <a:r>
              <a:t>Module 36 - Projet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D47A1"/>
                </a:solidFill>
                <a:latin typeface="Calibri"/>
              </a:defRPr>
            </a:pPr>
            <a:r>
              <a:t>Module 36 - Projet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47A1"/>
                </a:solidFill>
                <a:latin typeface="Calibri"/>
              </a:defRPr>
            </a:pPr>
            <a:r>
              <a:t>Module 36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