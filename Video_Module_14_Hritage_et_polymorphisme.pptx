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14     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Héritage et polymorphisme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2 - Intermédiaire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3h  |  Héritage, polymorphisme, classes abstraites, héritage multiple et MRO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C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CC80"/>
                </a:solidFill>
                <a:latin typeface="Calibri"/>
              </a:defRPr>
            </a:pPr>
            <a:r>
              <a:t>Module 14 - Héritage et polymorphisme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Module 14: Héritage et polymorphisme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Héritage, polymorphisme, classes abstraites, héritage multiple et MRO.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Duree : 3h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Partie : Intermédiaire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C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CC80"/>
                </a:solidFill>
                <a:latin typeface="Calibri"/>
              </a:defRPr>
            </a:pPr>
            <a:r>
              <a:t>Module 14 - Héritage et polymorphisme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Concepts 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Decouvrez les concepts fondamentaux de héritage et polymorphisme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Cas d'usage concrets et exemples pratiques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Bonnes pratiques et pieges a eviter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Exercices pour valider la comprehension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C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CC80"/>
                </a:solidFill>
                <a:latin typeface="Calibri"/>
              </a:defRPr>
            </a:pPr>
            <a:r>
              <a:t>Module 14 - Héritage et polymorphisme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Exemple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Un exemple concret pour illustrer le module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Code commente pas a pas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par vous-meme dans votre environnement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C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CC80"/>
                </a:solidFill>
                <a:latin typeface="Calibri"/>
              </a:defRPr>
            </a:pPr>
            <a:r>
              <a:t>Module 14 - Héritage et polymorphisme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Suivez les conventions Python (PEP 8)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Documentez votre code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au fur et a mesure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Pratiquez regulierement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Introduction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Concepts cles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Exemple pratique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CC80"/>
                </a:solidFill>
                <a:latin typeface="Calibri"/>
              </a:defRPr>
            </a:pPr>
            <a:r>
              <a:t>Module 14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