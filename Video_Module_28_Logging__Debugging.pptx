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28     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Logging &amp;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Journalisation avancée, debugging avec pdb, profiling avec cProfile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44336"/>
                </a:solidFill>
                <a:latin typeface="Calibri"/>
              </a:defRPr>
            </a:pPr>
            <a:r>
              <a:t>Module 28 - Logging &amp; Debugging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28: Logging &amp; Debugging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Journalisation avancée, debugging avec pdb, profiling avec cProfile.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44336"/>
                </a:solidFill>
                <a:latin typeface="Calibri"/>
              </a:defRPr>
            </a:pPr>
            <a:r>
              <a:t>Module 28 - Logging &amp; Debugging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logging &amp; debugging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44336"/>
                </a:solidFill>
                <a:latin typeface="Calibri"/>
              </a:defRPr>
            </a:pPr>
            <a:r>
              <a:t>Module 28 - Logging &amp; Debugging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44336"/>
                </a:solidFill>
                <a:latin typeface="Calibri"/>
              </a:defRPr>
            </a:pPr>
            <a:r>
              <a:t>Module 28 - Logging &amp; Debugging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44336"/>
                </a:solidFill>
                <a:latin typeface="Calibri"/>
              </a:defRPr>
            </a:pPr>
            <a:r>
              <a:t>Module 28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