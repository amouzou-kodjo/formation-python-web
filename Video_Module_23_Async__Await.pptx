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23     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Async / Await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3 - Avancé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3h  |  Programmation asynchrone : asyncio, gather, create_task et aiohttp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1BEE7"/>
                </a:solidFill>
                <a:latin typeface="Calibri"/>
              </a:defRPr>
            </a:pPr>
            <a:r>
              <a:t>Module 23 - Async / Await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23: Async / Await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Programmation asynchrone : asyncio, gather, create_task et aiohttp.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3h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Avancé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1BEE7"/>
                </a:solidFill>
                <a:latin typeface="Calibri"/>
              </a:defRPr>
            </a:pPr>
            <a:r>
              <a:t>Module 23 - Async / Await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async / await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1BEE7"/>
                </a:solidFill>
                <a:latin typeface="Calibri"/>
              </a:defRPr>
            </a:pPr>
            <a:r>
              <a:t>Module 23 - Async / Await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1BEE7"/>
                </a:solidFill>
                <a:latin typeface="Calibri"/>
              </a:defRPr>
            </a:pPr>
            <a:r>
              <a:t>Module 23 - Async / Await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1BEE7"/>
                </a:solidFill>
                <a:latin typeface="Calibri"/>
              </a:defRPr>
            </a:pPr>
            <a:r>
              <a:t>Module 23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