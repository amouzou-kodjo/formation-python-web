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6666"/>
                </a:solidFill>
                <a:latin typeface="Calibri"/>
              </a:defRPr>
            </a:pPr>
            <a:r>
              <a:t>Module 29     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E1E1E"/>
                </a:solidFill>
                <a:latin typeface="Calibri"/>
              </a:defRPr>
            </a:pPr>
            <a:r>
              <a:t>Environnements virtuels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66666"/>
                </a:solidFill>
                <a:latin typeface="Calibri"/>
              </a:defRPr>
            </a:pPr>
            <a:r>
              <a:t>Partie 4 - Expert / Spécialisation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Calibri"/>
              </a:defRPr>
            </a:pPr>
            <a:r>
              <a:t>Duree : 2h  |  venv, pip, pipenv, poetry, conda et bonnes pratiques de gestion de projet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9A9A"/>
                </a:solidFill>
                <a:latin typeface="Calibri"/>
              </a:defRPr>
            </a:pPr>
            <a:r>
              <a:t>Module 29 - Environnements virtuels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Module 29: Environnements virtuels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venv, pip, pipenv, poetry, conda et bonnes pratiques de gestion de projet.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Duree : 2h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Partie : Expert / Spécialisation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9A9A"/>
                </a:solidFill>
                <a:latin typeface="Calibri"/>
              </a:defRPr>
            </a:pPr>
            <a:r>
              <a:t>Module 29 - Environnements virtuels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Concepts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Decouvrez les concepts fondamentaux de environnements virtuels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Cas d'usage concrets et exemples pratiques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Bonnes pratiques et pieges a eviter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Exercices pour valider la comprehension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9A9A"/>
                </a:solidFill>
                <a:latin typeface="Calibri"/>
              </a:defRPr>
            </a:pPr>
            <a:r>
              <a:t>Module 29 - Environnements virtuels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Exemple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Un exemple concret pour illustrer le module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Code commente pas a pas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par vous-meme dans votre environnement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0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9A9A"/>
                </a:solidFill>
                <a:latin typeface="Calibri"/>
              </a:defRPr>
            </a:pPr>
            <a:r>
              <a:t>Module 29 - Environnements virtuels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0058400" cy="4572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1E1E"/>
                </a:solidFill>
                <a:latin typeface="Calibri"/>
              </a:defRPr>
            </a:pPr>
            <a:r>
              <a:t>Bonnes pratiques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Suivez les conventions Python (PEP 8)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Documentez votre code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Testez au fur et a mesure</a:t>
            </a:r>
          </a:p>
          <a:p>
            <a:pPr>
              <a:spcAft>
                <a:spcPts val="10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  Pratiquez regulierement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784848"/>
            <a:ext cx="11917375" cy="73152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E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1E1E"/>
                </a:solidFill>
                <a:latin typeface="Calibri"/>
              </a:defRPr>
            </a:pPr>
            <a:r>
              <a:t>Recapitulatif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Introduction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Concepts cles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Exemple pratique</a:t>
            </a:r>
          </a:p>
          <a:p>
            <a:pPr>
              <a:spcAft>
                <a:spcPts val="1000"/>
              </a:spcAft>
              <a:defRPr sz="2800">
                <a:solidFill>
                  <a:srgbClr val="1E1E1E"/>
                </a:solidFill>
                <a:latin typeface="Calibri"/>
              </a:defRPr>
            </a:pPr>
            <a:r>
              <a:t> 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F9A9A"/>
                </a:solidFill>
                <a:latin typeface="Calibri"/>
              </a:defRPr>
            </a:pPr>
            <a:r>
              <a:t>Module 29 termine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