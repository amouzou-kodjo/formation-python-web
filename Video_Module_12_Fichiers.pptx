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  <a:latin typeface="Calibri"/>
              </a:defRPr>
            </a:pPr>
            <a:r>
              <a:t>Module 12     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1E1E"/>
                </a:solidFill>
                <a:latin typeface="Calibri"/>
              </a:defRPr>
            </a:pPr>
            <a:r>
              <a:t>Fichiers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Calibri"/>
              </a:defRPr>
            </a:pPr>
            <a:r>
              <a:t>Partie 2 - Intermédiaire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Duree : 2h  |  Lisez et écrivez des fichiers texte, CSV, JSON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A726"/>
                </a:solidFill>
                <a:latin typeface="Calibri"/>
              </a:defRPr>
            </a:pPr>
            <a:r>
              <a:t>Module 12 - Fichiers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Module 12: Fichiers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Lisez et écrivez des fichiers texte, CSV, JSON. Maîtrisez pathlib et les context managers.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Duree : 2h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Partie : Intermédiaire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A726"/>
                </a:solidFill>
                <a:latin typeface="Calibri"/>
              </a:defRPr>
            </a:pPr>
            <a:r>
              <a:t>Module 12 - Fichiers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Concepts 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Decouvrez les concepts fondamentaux de fichiers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Cas d'usage concrets et exemples pratiques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Bonnes pratiques et pieges a eviter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Exercices pour valider la comprehension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A726"/>
                </a:solidFill>
                <a:latin typeface="Calibri"/>
              </a:defRPr>
            </a:pPr>
            <a:r>
              <a:t>Module 12 - Fichiers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Exemple pratique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Un exemple concret pour illustrer le module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Code commente pas a pas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par vous-meme dans votre environnement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A726"/>
                </a:solidFill>
                <a:latin typeface="Calibri"/>
              </a:defRPr>
            </a:pPr>
            <a:r>
              <a:t>Module 12 - Fichiers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Bonnes pratiques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Suivez les conventions Python (PEP 8)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Documentez votre code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au fur et a mesure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Pratiquez regulierement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1E1E"/>
                </a:solidFill>
                <a:latin typeface="Calibri"/>
              </a:defRPr>
            </a:pPr>
            <a:r>
              <a:t>Recapitulatif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Introduction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Concepts cles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Exemple pratique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Bonnes pratiques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A726"/>
                </a:solidFill>
                <a:latin typeface="Calibri"/>
              </a:defRPr>
            </a:pPr>
            <a:r>
              <a:t>Module 12 termine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