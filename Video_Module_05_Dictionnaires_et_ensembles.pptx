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05     🗂️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Dictionnaires et ensembles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Associations clé-valeur et collections d'éléments uniques avec leurs cas d'usage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C9"/>
                </a:solidFill>
                <a:latin typeface="Calibri"/>
              </a:defRPr>
            </a:pPr>
            <a:r>
              <a:t>Module 05 - Dictionnaires et ensembles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Les dictionnaires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Association cle → valeur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Equivalent du JSON en Python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Acces rapide par cle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Modifiable et dynamique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C9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eleve = {</a:t>
            </a:r>
            <a:br/>
            <a:r>
              <a:t>    "nom": "Alice",</a:t>
            </a:r>
            <a:br/>
            <a:r>
              <a:t>    "age": 25,</a:t>
            </a:r>
            <a:br/>
            <a:r>
              <a:t>    "notes": [15, 18]</a:t>
            </a:r>
            <a:br/>
            <a:r>
              <a:t>}</a:t>
            </a:r>
            <a:br/>
            <a:r>
              <a:t>print(eleve["nom"])  # Alice</a:t>
            </a:r>
            <a:br/>
            <a:r>
              <a:t>eleve["age"] =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C9"/>
                </a:solidFill>
                <a:latin typeface="Calibri"/>
              </a:defRPr>
            </a:pPr>
            <a:r>
              <a:t>Module 05 - Dictionnaires et ensembles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Methodes des dictionnaires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keys(), values(), items()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get() pour un acces securise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pop(), update(), clear()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Comprehension de dictionnaire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C9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for k, v in eleve.items():</a:t>
            </a:r>
            <a:br/>
            <a:r>
              <a:t>    print(f"{k}: {v}")</a:t>
            </a:r>
            <a:br/>
            <a:br/>
            <a:r>
              <a:t># Acces securise</a:t>
            </a:r>
            <a:br/>
            <a:r>
              <a:t>print(eleve.get("prenom", "inconnu"))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C9"/>
                </a:solidFill>
                <a:latin typeface="Calibri"/>
              </a:defRPr>
            </a:pPr>
            <a:r>
              <a:t>Module 05 - Dictionnaires et ensembles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Les ensembles (set)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Collection non ordonnee sans doublons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Creer : mon_set = {1, 2, 3}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Operations : union, intersection, difference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Ideal pour enlever les doublons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C9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a = {1, 2, 3, 4}</a:t>
            </a:r>
            <a:br/>
            <a:r>
              <a:t>b = {3, 4, 5, 6}</a:t>
            </a:r>
            <a:br/>
            <a:r>
              <a:t>print(a | b)  # union {1,2,3,4,5,6}</a:t>
            </a:r>
            <a:br/>
            <a:r>
              <a:t>print(a &amp; b)  # intersection {3,4}</a:t>
            </a:r>
            <a:br/>
            <a:r>
              <a:t>print(a - b)  # difference {1,2}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Les dictionnaires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Methodes des dictionnaires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Les ensembles (set)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Module 05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