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27     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Tests unitaires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Testez votre code avec pytest, unittest, mocking et TDD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5350"/>
                </a:solidFill>
                <a:latin typeface="Calibri"/>
              </a:defRPr>
            </a:pPr>
            <a:r>
              <a:t>Module 27 - Tests unitaires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27: Tests unitaires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votre code avec pytest, unittest, mocking et TDD.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5350"/>
                </a:solidFill>
                <a:latin typeface="Calibri"/>
              </a:defRPr>
            </a:pPr>
            <a:r>
              <a:t>Module 27 - Tests unitaires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tests unitaires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5350"/>
                </a:solidFill>
                <a:latin typeface="Calibri"/>
              </a:defRPr>
            </a:pPr>
            <a:r>
              <a:t>Module 27 - Tests unitaires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5350"/>
                </a:solidFill>
                <a:latin typeface="Calibri"/>
              </a:defRPr>
            </a:pPr>
            <a:r>
              <a:t>Module 27 - Tests unitaires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F5350"/>
                </a:solidFill>
                <a:latin typeface="Calibri"/>
              </a:defRPr>
            </a:pPr>
            <a:r>
              <a:t>Module 27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