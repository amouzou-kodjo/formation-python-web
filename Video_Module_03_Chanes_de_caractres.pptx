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03     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Chaînes de caractères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Manipulez le texte comme un pro : méthodes, slicing, f-strings, formatage avancé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1C784"/>
                </a:solidFill>
                <a:latin typeface="Calibri"/>
              </a:defRPr>
            </a:pPr>
            <a:r>
              <a:t>Module 03 -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Creation de chaines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Guillemets simples '...' ou doubles "..."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Triples guillemets pour texte multi-lignes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Caracteres d'echappement : \n, \t, \\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C784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s1 = 'Hello'</a:t>
            </a:r>
            <a:br/>
            <a:r>
              <a:t>s2 = "World"</a:t>
            </a:r>
            <a:br/>
            <a:r>
              <a:t>s3 = """Texte</a:t>
            </a:r>
            <a:br/>
            <a:r>
              <a:t>multi-lignes"""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1C784"/>
                </a:solidFill>
                <a:latin typeface="Calibri"/>
              </a:defRPr>
            </a:pPr>
            <a:r>
              <a:t>Module 03 -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Indexation et slicing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Acces par index : texte[0], texte[-1]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Slicing : texte[debut:fin:pas]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texte[::-1] inverse la chaine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C784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s = "Python"</a:t>
            </a:r>
            <a:br/>
            <a:r>
              <a:t>print(s[0])    # P</a:t>
            </a:r>
            <a:br/>
            <a:r>
              <a:t>print(s[-1])   # n</a:t>
            </a:r>
            <a:br/>
            <a:r>
              <a:t>print(s[0:3])  # Pyt</a:t>
            </a:r>
            <a:br/>
            <a:r>
              <a:t>print(s[::-1]) # nohtyP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1C784"/>
                </a:solidFill>
                <a:latin typeface="Calibri"/>
              </a:defRPr>
            </a:pPr>
            <a:r>
              <a:t>Module 03 - Chaînes de caractères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Methodes essentielles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upper(), lower(), strip()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replace(), split(), join()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startswith(), isdigit(), isalpha()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f-strings pour un affichage moderne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C784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s = "  Hello World  "</a:t>
            </a:r>
            <a:br/>
            <a:r>
              <a:t>print(s.strip())</a:t>
            </a:r>
            <a:br/>
            <a:r>
              <a:t>print(s.upper())</a:t>
            </a:r>
            <a:br/>
            <a:r>
              <a:t>print(s.split())</a:t>
            </a:r>
            <a:br/>
            <a:r>
              <a:t>print("-".join(["a","b"]))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Creation de chaines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Indexation et slicing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Methodes essentielles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C784"/>
                </a:solidFill>
                <a:latin typeface="Calibri"/>
              </a:defRPr>
            </a:pPr>
            <a:r>
              <a:t>Module 03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