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31     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API REST avec FastAPI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4 - Expert / Spécialisation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4h  |  Créez des APIs REST modernes avec FastAPI, Pydantic et Uvicorn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565C0"/>
                </a:solidFill>
                <a:latin typeface="Calibri"/>
              </a:defRPr>
            </a:pPr>
            <a:r>
              <a:t>Module 31 - API REST avec FastAPI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31: API REST avec FastAPI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Créez des APIs REST modernes avec FastAPI, Pydantic et Uvicorn.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4h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Expert / Spécialisation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565C0"/>
                </a:solidFill>
                <a:latin typeface="Calibri"/>
              </a:defRPr>
            </a:pPr>
            <a:r>
              <a:t>Module 31 - API REST avec FastAPI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api rest avec fastapi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565C0"/>
                </a:solidFill>
                <a:latin typeface="Calibri"/>
              </a:defRPr>
            </a:pPr>
            <a:r>
              <a:t>Module 31 - API REST avec FastAPI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565C0"/>
                </a:solidFill>
                <a:latin typeface="Calibri"/>
              </a:defRPr>
            </a:pPr>
            <a:r>
              <a:t>Module 31 - API REST avec FastAPI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565C0"/>
                </a:solidFill>
                <a:latin typeface="Calibri"/>
              </a:defRPr>
            </a:pPr>
            <a:r>
              <a:t>Module 31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