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Module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Variables, types et opérateurs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Formation Python Complète — Du débutant à l'expert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formation-python-web.vercel.app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54864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Module 02 — Variables, types et opérateurs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058400" cy="36576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Calibri"/>
              </a:defRPr>
            </a:pPr>
            <a:r>
              <a:t>Les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Une variable stocke une valeur sous un nom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Python déduit le type automatiquement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Snake_case : prenom, age_utilisateur, total_score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Déclaration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231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E1E1E"/>
                </a:solidFill>
                <a:latin typeface="Consolas"/>
              </a:defRPr>
            </a:pPr>
            <a:r>
              <a:t>prenom = "Alice"</a:t>
            </a:r>
            <a:br/>
            <a:r>
              <a:t>age = 25</a:t>
            </a:r>
            <a:br/>
            <a:r>
              <a:t>taille = 1.68</a:t>
            </a:r>
            <a:br/>
            <a:r>
              <a:t>est_etudiant =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Conventions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262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E1E1E"/>
                </a:solidFill>
                <a:latin typeface="Consolas"/>
              </a:defRPr>
            </a:pPr>
            <a:r>
              <a:t># OK</a:t>
            </a:r>
            <a:br/>
            <a:r>
              <a:t>nom = "Bob"</a:t>
            </a:r>
            <a:br/>
            <a:r>
              <a:t>nom_utilisateur = "Bob"</a:t>
            </a:r>
            <a:br/>
            <a:br/>
            <a:r>
              <a:t># PAS OK</a:t>
            </a:r>
            <a:br/>
            <a:r>
              <a:t>2nom = "Bob"</a:t>
            </a:r>
            <a:br/>
            <a:r>
              <a:t>nom-utilisateur = "Bob"</a:t>
            </a:r>
            <a:br/>
            <a:r>
              <a:t>mon.nom = "Bob"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6803136"/>
            <a:ext cx="11963095" cy="54864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54864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Module 02 — Variables, types et opérateurs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058400" cy="36576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Calibri"/>
              </a:defRPr>
            </a:pPr>
            <a:r>
              <a:t>Types fondamentaux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4 types de base en Python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Utilisez type() pour connaître le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231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E1E1E"/>
                </a:solidFill>
                <a:latin typeface="Consolas"/>
              </a:defRPr>
            </a:pPr>
            <a:r>
              <a:t>age = 25</a:t>
            </a:r>
            <a:br/>
            <a:r>
              <a:t>type(age)  # &lt;class 'int'&gt;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float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262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E1E1E"/>
                </a:solidFill>
                <a:latin typeface="Consolas"/>
              </a:defRPr>
            </a:pPr>
            <a:r>
              <a:t>pi = 3.14</a:t>
            </a:r>
            <a:br/>
            <a:r>
              <a:t>type(pi)  # &lt;class 'float'&gt;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str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62940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E1E1E"/>
                </a:solidFill>
                <a:latin typeface="Consolas"/>
              </a:defRPr>
            </a:pPr>
            <a:r>
              <a:t>nom = "Alice"</a:t>
            </a:r>
            <a:br/>
            <a:r>
              <a:t>type(nom)  # &lt;class 'str'&gt;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8412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bool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873252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E1E1E"/>
                </a:solidFill>
                <a:latin typeface="Consolas"/>
              </a:defRPr>
            </a:pPr>
            <a:r>
              <a:t>actif = True</a:t>
            </a:r>
            <a:br/>
            <a:r>
              <a:t>type(actif)  # &lt;class 'bool'&gt;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6803136"/>
            <a:ext cx="11963095" cy="54864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54864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Module 02 — Variables, types et opérateurs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058400" cy="36576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Calibri"/>
              </a:defRPr>
            </a:pPr>
            <a:r>
              <a:t>Conversion de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input() retourne toujours une str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Convertir avec int(), float(), str(), bool()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Attention 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231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E1E1E"/>
                </a:solidFill>
                <a:latin typeface="Consolas"/>
              </a:defRPr>
            </a:pPr>
            <a:r>
              <a:t>age = input("Âge ? ")  # str</a:t>
            </a:r>
            <a:br/>
            <a:r>
              <a:t>age + 1  # ERREUR 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262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E1E1E"/>
                </a:solidFill>
                <a:latin typeface="Consolas"/>
              </a:defRPr>
            </a:pPr>
            <a:r>
              <a:t>age = int(input("Âge ? "))</a:t>
            </a:r>
            <a:br/>
            <a:r>
              <a:t>age + 1  # 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6803136"/>
            <a:ext cx="11963095" cy="54864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54864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Module 02 — Variables, types et opérateurs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058400" cy="36576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Calibri"/>
              </a:defRPr>
            </a:pPr>
            <a:r>
              <a:t>Opérateurs arithmétiques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+, -, *, /, //, %, **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// = division entière, % = modulo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Exemples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231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E1E1E"/>
                </a:solidFill>
                <a:latin typeface="Consolas"/>
              </a:defRPr>
            </a:pPr>
            <a:r>
              <a:t>print(10 / 3)   # 3.333...</a:t>
            </a:r>
            <a:br/>
            <a:r>
              <a:t>print(10 // 3)  # 3</a:t>
            </a:r>
            <a:br/>
            <a:r>
              <a:t>print(10 % 3)   # 1</a:t>
            </a:r>
            <a:br/>
            <a:r>
              <a:t>print(2 ** 8)   # 256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6803136"/>
            <a:ext cx="11963095" cy="54864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54864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Module 02 — Variables, types et opérateurs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058400" cy="36576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Calibri"/>
              </a:defRPr>
            </a:pPr>
            <a:r>
              <a:t>Opérateurs de 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==, !=, &gt;, &lt;, &gt;=, &lt;=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Résultat toujours booléen (True/False)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Exemples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231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E1E1E"/>
                </a:solidFill>
                <a:latin typeface="Consolas"/>
              </a:defRPr>
            </a:pPr>
            <a:r>
              <a:t>print(10 &gt; 5)    # True</a:t>
            </a:r>
            <a:br/>
            <a:r>
              <a:t>print(10 == 5)   # False</a:t>
            </a:r>
            <a:br/>
            <a:r>
              <a:t>print(10 != 5)   # True</a:t>
            </a:r>
            <a:br/>
            <a:r>
              <a:t>print(10 &gt;= 10)  # 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6803136"/>
            <a:ext cx="11963095" cy="54864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54864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CAF50"/>
                </a:solidFill>
                <a:latin typeface="Calibri"/>
              </a:defRPr>
            </a:pPr>
            <a:r>
              <a:t>Module 02 — Variables, types et opérateurs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10058400" cy="36576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Calibri"/>
              </a:defRPr>
            </a:pPr>
            <a:r>
              <a:t>Opérateurs logiques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and, or, not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  Composer des conditions complexes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Exemples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231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E1E1E"/>
                </a:solidFill>
                <a:latin typeface="Consolas"/>
              </a:defRPr>
            </a:pPr>
            <a:r>
              <a:t>age = 20</a:t>
            </a:r>
            <a:br/>
            <a:r>
              <a:t>permis = True</a:t>
            </a:r>
            <a:br/>
            <a:br/>
            <a:r>
              <a:t>print(age &gt;= 18 and permis)  # True</a:t>
            </a:r>
            <a:br/>
            <a:r>
              <a:t>print(not age &gt;= 18)        # False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6803136"/>
            <a:ext cx="11963095" cy="54864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1E1E"/>
                </a:solidFill>
                <a:latin typeface="Calibri"/>
              </a:defRPr>
            </a:pPr>
            <a:r>
              <a:t>Récapitulatif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  Les variables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  Types fondamentaux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  Conversion de types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  Opérateurs arithmétiques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  Opérateurs de comparaison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  Opérateurs logiques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Module 02 terminé ! Prochain module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