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33     🕸️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Web scraping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4 - Expert / Spécialisation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3h  |  Extrayez des données du web avec requests, BeautifulSoup et Selenium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88E5"/>
                </a:solidFill>
                <a:latin typeface="Calibri"/>
              </a:defRPr>
            </a:pPr>
            <a:r>
              <a:t>Module 33 - Web scraping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33: Web scraping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Extrayez des données du web avec requests, BeautifulSoup et Selenium.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3h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Expert / Spécialisation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88E5"/>
                </a:solidFill>
                <a:latin typeface="Calibri"/>
              </a:defRPr>
            </a:pPr>
            <a:r>
              <a:t>Module 33 - Web scraping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web scraping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88E5"/>
                </a:solidFill>
                <a:latin typeface="Calibri"/>
              </a:defRPr>
            </a:pPr>
            <a:r>
              <a:t>Module 33 - Web scraping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88E5"/>
                </a:solidFill>
                <a:latin typeface="Calibri"/>
              </a:defRPr>
            </a:pPr>
            <a:r>
              <a:t>Module 33 - Web scraping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88E5"/>
                </a:solidFill>
                <a:latin typeface="Calibri"/>
              </a:defRPr>
            </a:pPr>
            <a:r>
              <a:t>Module 33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