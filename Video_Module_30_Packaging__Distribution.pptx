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30     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Packaging &amp;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Créez et distribuez vos packages Python sur PyPI avec pyproject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DD2"/>
                </a:solidFill>
                <a:latin typeface="Calibri"/>
              </a:defRPr>
            </a:pPr>
            <a:r>
              <a:t>Module 30 - Packaging &amp;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30: Packaging &amp; Distribution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Créez et distribuez vos packages Python sur PyPI avec pyproject.toml.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DD2"/>
                </a:solidFill>
                <a:latin typeface="Calibri"/>
              </a:defRPr>
            </a:pPr>
            <a:r>
              <a:t>Module 30 - Packaging &amp;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packaging &amp; distribution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DD2"/>
                </a:solidFill>
                <a:latin typeface="Calibri"/>
              </a:defRPr>
            </a:pPr>
            <a:r>
              <a:t>Module 30 - Packaging &amp;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DD2"/>
                </a:solidFill>
                <a:latin typeface="Calibri"/>
              </a:defRPr>
            </a:pPr>
            <a:r>
              <a:t>Module 30 - Packaging &amp;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DD2"/>
                </a:solidFill>
                <a:latin typeface="Calibri"/>
              </a:defRPr>
            </a:pPr>
            <a:r>
              <a:t>Module 30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