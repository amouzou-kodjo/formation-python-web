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02     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Variables, types et opérateurs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1 - Les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Maîtrisez les types fondamentaux (int, float, str, bool), les variables et tous les opérateurs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BB6A"/>
                </a:solidFill>
                <a:latin typeface="Calibri"/>
              </a:defRPr>
            </a:pPr>
            <a:r>
              <a:t>Module 02 - Variables, types et opérateurs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Les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Une variable stocke une valeur sous un nom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Python deduit le type automatiquement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Snake_case : prenom, age_utilisateur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Sensible a la casse : age != 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BB6A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prenom = "Alice"</a:t>
            </a:r>
            <a:br/>
            <a:r>
              <a:t>age = 25</a:t>
            </a:r>
            <a:br/>
            <a:r>
              <a:t>taille = 1.68</a:t>
            </a:r>
            <a:br/>
            <a:r>
              <a:t>est_etudiant =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BB6A"/>
                </a:solidFill>
                <a:latin typeface="Calibri"/>
              </a:defRPr>
            </a:pPr>
            <a:r>
              <a:t>Module 02 - Variables, types et opérateurs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Types fondamentaux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int : nombres entiers (42)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float : nombres decimaux (3.14)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str : chaines de caracteres ("Hello")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bool : booleens (True/False)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BB6A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type(42)      # &lt;class 'int'&gt;</a:t>
            </a:r>
            <a:br/>
            <a:r>
              <a:t>type(3.14)    # &lt;class 'float'&gt;</a:t>
            </a:r>
            <a:br/>
            <a:r>
              <a:t>type("Hello") # &lt;class 'str'&gt;</a:t>
            </a:r>
            <a:br/>
            <a:r>
              <a:t>type(True)    # &lt;class 'bool'&gt;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BB6A"/>
                </a:solidFill>
                <a:latin typeface="Calibri"/>
              </a:defRPr>
            </a:pPr>
            <a:r>
              <a:t>Module 02 - Variables, types et opérateurs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Operateurs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Arithmetiques : +, -, *, /, //, %, **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Comparaison : ==, !=, &gt;, &lt;, &gt;=, &lt;=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Logiques : and, or, not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Conversion : int(), float(), str(), bool()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6BB6A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print(10 / 3)   # 3.333...</a:t>
            </a:r>
            <a:br/>
            <a:r>
              <a:t>print(10 // 3)  # 3</a:t>
            </a:r>
            <a:br/>
            <a:r>
              <a:t>print(10 % 3)   # 1</a:t>
            </a:r>
            <a:br/>
            <a:r>
              <a:t>print(2 ** 8)   # 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Les variables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Types fondamentaux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Operateurs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BB6A"/>
                </a:solidFill>
                <a:latin typeface="Calibri"/>
              </a:defRPr>
            </a:pPr>
            <a:r>
              <a:t>Module 02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