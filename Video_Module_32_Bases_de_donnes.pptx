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Calibri"/>
              </a:defRPr>
            </a:pPr>
            <a:r>
              <a:t>Module 32     🗄️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1E1E"/>
                </a:solidFill>
                <a:latin typeface="Calibri"/>
              </a:defRPr>
            </a:pPr>
            <a:r>
              <a:t>Bases de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Calibri"/>
              </a:defRPr>
            </a:pPr>
            <a:r>
              <a:t>Partie 4 - Expert / Spécialisation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Duree : 4h  |  SQLite, SQLAlchemy ORM, relations, sessions, migrations Alembic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976D2"/>
                </a:solidFill>
                <a:latin typeface="Calibri"/>
              </a:defRPr>
            </a:pPr>
            <a:r>
              <a:t>Module 32 - Bases de données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Module 32: Bases de données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SQLite, SQLAlchemy ORM, relations, sessions, migrations Alembic.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Duree : 4h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Partie : Expert / Spécialisation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976D2"/>
                </a:solidFill>
                <a:latin typeface="Calibri"/>
              </a:defRPr>
            </a:pPr>
            <a:r>
              <a:t>Module 32 - Bases de données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Concepts 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Decouvrez les concepts fondamentaux de bases de données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Cas d'usage concrets et exemples pratiques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Bonnes pratiques et pieges a eviter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Exercices pour valider la comprehension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976D2"/>
                </a:solidFill>
                <a:latin typeface="Calibri"/>
              </a:defRPr>
            </a:pPr>
            <a:r>
              <a:t>Module 32 - Bases de données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Exemple pratique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Un exemple concret pour illustrer le module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Code commente pas a pas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par vous-meme dans votre environnement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976D2"/>
                </a:solidFill>
                <a:latin typeface="Calibri"/>
              </a:defRPr>
            </a:pPr>
            <a:r>
              <a:t>Module 32 - Bases de données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Bonnes pratiques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Suivez les conventions Python (PEP 8)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Documentez votre code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au fur et a mesure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Pratiquez regulierement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1E1E"/>
                </a:solidFill>
                <a:latin typeface="Calibri"/>
              </a:defRPr>
            </a:pPr>
            <a:r>
              <a:t>Recapitulatif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Introduction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Concepts cles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Exemple pratique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Bonnes pratiques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976D2"/>
                </a:solidFill>
                <a:latin typeface="Calibri"/>
              </a:defRPr>
            </a:pPr>
            <a:r>
              <a:t>Module 32 termine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