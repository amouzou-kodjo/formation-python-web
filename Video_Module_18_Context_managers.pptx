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18     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Context managers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Gérez automatiquement les ressources avec with, __enter__/__exit__ et contextlib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360C"/>
                </a:solidFill>
                <a:latin typeface="Calibri"/>
              </a:defRPr>
            </a:pPr>
            <a:r>
              <a:t>Module 18 - Context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18: Context managers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Gérez automatiquement les ressources avec with, __enter__/__exit__ et contextlib.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360C"/>
                </a:solidFill>
                <a:latin typeface="Calibri"/>
              </a:defRPr>
            </a:pPr>
            <a:r>
              <a:t>Module 18 - Context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context managers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360C"/>
                </a:solidFill>
                <a:latin typeface="Calibri"/>
              </a:defRPr>
            </a:pPr>
            <a:r>
              <a:t>Module 18 - Context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F360C"/>
                </a:solidFill>
                <a:latin typeface="Calibri"/>
              </a:defRPr>
            </a:pPr>
            <a:r>
              <a:t>Module 18 - Context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360C"/>
                </a:solidFill>
                <a:latin typeface="Calibri"/>
              </a:defRPr>
            </a:pPr>
            <a:r>
              <a:t>Module 18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