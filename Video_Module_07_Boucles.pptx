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Calibri"/>
              </a:defRPr>
            </a:pPr>
            <a:r>
              <a:t>Module 07     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1E1E"/>
                </a:solidFill>
                <a:latin typeface="Calibri"/>
              </a:defRPr>
            </a:pPr>
            <a:r>
              <a:t>Boucles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Partie 1 - Les Fondamentaux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Duree : 2h  |  Itérez efficacement avec for et while, contrôlez le flux avec break/continue/else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88E3C"/>
                </a:solidFill>
                <a:latin typeface="Calibri"/>
              </a:defRPr>
            </a:pPr>
            <a:r>
              <a:t>Module 07 - Boucles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La boucle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Iterer sur une collection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for element in collection: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range() pour une sequence numerique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enumerate() pour index + valeur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8E3C"/>
                </a:solidFill>
                <a:latin typeface="Calibri"/>
              </a:defRPr>
            </a:pPr>
            <a:r>
              <a:t>Exemple 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1E1E1E"/>
                </a:solidFill>
                <a:latin typeface="Consolas"/>
              </a:defRPr>
            </a:pPr>
            <a:r>
              <a:t>for i in range(5):</a:t>
            </a:r>
            <a:br/>
            <a:r>
              <a:t>    print(i)  # 0 1 2 3 4</a:t>
            </a:r>
            <a:br/>
            <a:br/>
            <a:r>
              <a:t>fruits = ["pomme", "banane"]</a:t>
            </a:r>
            <a:br/>
            <a:r>
              <a:t>for i, f in enumerate(fruits):</a:t>
            </a:r>
            <a:br/>
            <a:r>
              <a:t>    print(f"{i}: {f}")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88E3C"/>
                </a:solidFill>
                <a:latin typeface="Calibri"/>
              </a:defRPr>
            </a:pPr>
            <a:r>
              <a:t>Module 07 - Boucles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La boucle while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Repeter tant qu'une condition est vraie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Attention aux boucles infinies !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Utiliser un compteur ou une condition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break pour sortir, continue pour sauter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8E3C"/>
                </a:solidFill>
                <a:latin typeface="Calibri"/>
              </a:defRPr>
            </a:pPr>
            <a:r>
              <a:t>Exemple 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1E1E1E"/>
                </a:solidFill>
                <a:latin typeface="Consolas"/>
              </a:defRPr>
            </a:pPr>
            <a:r>
              <a:t>compteur = 0</a:t>
            </a:r>
            <a:br/>
            <a:r>
              <a:t>while compteur &lt; 5:</a:t>
            </a:r>
            <a:br/>
            <a:r>
              <a:t>    print(compteur)</a:t>
            </a:r>
            <a:br/>
            <a:r>
              <a:t>    compteur += 1</a:t>
            </a:r>
            <a:br/>
            <a:br/>
            <a:r>
              <a:t># Boucle infinie volontaire</a:t>
            </a:r>
            <a:br/>
            <a:r>
              <a:t>while True:</a:t>
            </a:r>
            <a:br/>
            <a:r>
              <a:t>    reponse = input("q pour quitter: ")</a:t>
            </a:r>
            <a:br/>
            <a:r>
              <a:t>    if reponse == "q":</a:t>
            </a:r>
            <a:br/>
            <a:r>
              <a:t>        break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88E3C"/>
                </a:solidFill>
                <a:latin typeface="Calibri"/>
              </a:defRPr>
            </a:pPr>
            <a:r>
              <a:t>Module 07 - Boucles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break / continue / else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break : sort de la boucle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continue : passe a l'iteration suivante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else : s'execute si pas de break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Utilisable avec for et while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8E3C"/>
                </a:solidFill>
                <a:latin typeface="Calibri"/>
              </a:defRPr>
            </a:pPr>
            <a:r>
              <a:t>Exemple 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1E1E1E"/>
                </a:solidFill>
                <a:latin typeface="Consolas"/>
              </a:defRPr>
            </a:pPr>
            <a:r>
              <a:t>for n in range(10):</a:t>
            </a:r>
            <a:br/>
            <a:r>
              <a:t>    if n == 3:</a:t>
            </a:r>
            <a:br/>
            <a:r>
              <a:t>        continue  # saute 3</a:t>
            </a:r>
            <a:br/>
            <a:r>
              <a:t>    if n == 7:</a:t>
            </a:r>
            <a:br/>
            <a:r>
              <a:t>        break     # s'arrete a 7</a:t>
            </a:r>
            <a:br/>
            <a:r>
              <a:t>    print(n)  # 0 1 2 4 5 6</a:t>
            </a:r>
            <a:br/>
            <a:br/>
            <a:r>
              <a:t># else: pas de break</a:t>
            </a:r>
            <a:br/>
            <a:r>
              <a:t>for n in range(3):</a:t>
            </a:r>
            <a:br/>
            <a:r>
              <a:t>    print(n)</a:t>
            </a:r>
            <a:br/>
            <a:r>
              <a:t>else:</a:t>
            </a:r>
            <a:br/>
            <a:r>
              <a:t>    print("Fini!")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Recapitulatif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La boucle for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La boucle while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break / continue / else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88E3C"/>
                </a:solidFill>
                <a:latin typeface="Calibri"/>
              </a:defRPr>
            </a:pPr>
            <a:r>
              <a:t>Module 07 termine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