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22     🏷️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Type hints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3 - Avancé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Ajoutez des types à votre code avec typing, TypeVar, Protocol et validez avec mypy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E93D8"/>
                </a:solidFill>
                <a:latin typeface="Calibri"/>
              </a:defRPr>
            </a:pPr>
            <a:r>
              <a:t>Module 22 - Type hints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22: Type hints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Ajoutez des types à votre code avec typing, TypeVar, Protocol et validez avec mypy.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Avancé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E93D8"/>
                </a:solidFill>
                <a:latin typeface="Calibri"/>
              </a:defRPr>
            </a:pPr>
            <a:r>
              <a:t>Module 22 - Type hints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type hints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E93D8"/>
                </a:solidFill>
                <a:latin typeface="Calibri"/>
              </a:defRPr>
            </a:pPr>
            <a:r>
              <a:t>Module 22 - Type hints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E93D8"/>
                </a:solidFill>
                <a:latin typeface="Calibri"/>
              </a:defRPr>
            </a:pPr>
            <a:r>
              <a:t>Module 22 - Type hints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E93D8"/>
                </a:solidFill>
                <a:latin typeface="Calibri"/>
              </a:defRPr>
            </a:pPr>
            <a:r>
              <a:t>Module 22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