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15   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Méthodes spéciales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Personnalisez vos objets avec __str__, __add__, __call__ et 50+ autres méthodes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Module 15 - Méthodes spéciales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15: Méthodes spéciales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Personnalisez vos objets avec __str__, __add__, __call__ et 50+ autres méthodes.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Module 15 - Méthodes spéciales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méthodes spéciales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Module 15 - Méthodes spéciales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Module 15 - Méthodes spéciales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E0B2"/>
                </a:solidFill>
                <a:latin typeface="Calibri"/>
              </a:defRPr>
            </a:pPr>
            <a:r>
              <a:t>Module 15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