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24     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Threading &amp; Multiprocess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Parallélisme avec threading et multiprocessing, GIL, synchronisation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148C"/>
                </a:solidFill>
                <a:latin typeface="Calibri"/>
              </a:defRPr>
            </a:pPr>
            <a:r>
              <a:t>Module 24 - Threading &amp; Multiprocess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24: Threading &amp; Multiprocess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Parallélisme avec threading et multiprocessing, GIL, synchronisation.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148C"/>
                </a:solidFill>
                <a:latin typeface="Calibri"/>
              </a:defRPr>
            </a:pPr>
            <a:r>
              <a:t>Module 24 - Threading &amp; Multiprocess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threading &amp; multiprocess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148C"/>
                </a:solidFill>
                <a:latin typeface="Calibri"/>
              </a:defRPr>
            </a:pPr>
            <a:r>
              <a:t>Module 24 - Threading &amp; Multiprocess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148C"/>
                </a:solidFill>
                <a:latin typeface="Calibri"/>
              </a:defRPr>
            </a:pPr>
            <a:r>
              <a:t>Module 24 - Threading &amp; Multiprocess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148C"/>
                </a:solidFill>
                <a:latin typeface="Calibri"/>
              </a:defRPr>
            </a:pPr>
            <a:r>
              <a:t>Module 24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