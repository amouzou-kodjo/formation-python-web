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Chaînes de caractères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Formation Python Complète — Du débutant à l'expert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formation-python-web.vercel.app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03 — Chaînes de caractères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Création de chaînes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Guillemets simples '...' ou doubles "..."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Triples guillemets pour texte multi-lignes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Caractères d'échappement : \n, \t, \\, \"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Exemples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s1 = 'Hello'</a:t>
            </a:r>
            <a:br/>
            <a:r>
              <a:t>s2 = "World"</a:t>
            </a:r>
            <a:br/>
            <a:r>
              <a:t>s3 = """Texte</a:t>
            </a:r>
            <a:br/>
            <a:r>
              <a:t>multi-lignes"""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Échappement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print("Ligne 1\nLigne 2")</a:t>
            </a:r>
            <a:br/>
            <a:r>
              <a:t>print("Colonne1\tColonne2")</a:t>
            </a:r>
            <a:br/>
            <a:r>
              <a:t>print("Il dit \"Python\"")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03 — Chaînes de caractères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Concaténation et répétition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+ pour concaténer (assembler)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* pour répéter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str() nécessaire pour concaténer avec du 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Concaténation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prenom = "Alice"</a:t>
            </a:r>
            <a:br/>
            <a:r>
              <a:t>message = "Bonjour " + prenom + " 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Répétition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ligne = "=" * 30</a:t>
            </a:r>
            <a:br/>
            <a:r>
              <a:t>print(ligne)</a:t>
            </a:r>
            <a:br/>
            <a:r>
              <a:t># ==============================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03 — Chaînes de caractères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f-strings avancées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Insérer des expressions dans {}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Formatage numérique : :.2f, :b, :05d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Formatage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nom = "Alice"</a:t>
            </a:r>
            <a:br/>
            <a:r>
              <a:t>age = 25</a:t>
            </a:r>
            <a:br/>
            <a:r>
              <a:t>print(f"Nom : {nom}")</a:t>
            </a:r>
            <a:br/>
            <a:r>
              <a:t>print(f"Âge : {age}")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pi = 3.14159</a:t>
            </a:r>
            <a:br/>
            <a:r>
              <a:t>print(f"{pi:.2f}")   # 3.14</a:t>
            </a:r>
            <a:br/>
            <a:r>
              <a:t>print(f"{42:05d}")  # 00042</a:t>
            </a:r>
            <a:br/>
            <a:r>
              <a:t>print(f"{255:b}")    # 11111111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03 — Chaînes de caractères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Indexation et slicing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Accès par index : texte[0], texte[-1]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Slicing : texte[début:fin:pas]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texte[::-1] inverse la chaîne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Indexation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s = "Python"</a:t>
            </a:r>
            <a:br/>
            <a:r>
              <a:t>print(s[0])    # P</a:t>
            </a:r>
            <a:br/>
            <a:r>
              <a:t>print(s[-1])   #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Slicing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print(s[0:3])  # Pyt</a:t>
            </a:r>
            <a:br/>
            <a:r>
              <a:t>print(s[:3])   # Pyt</a:t>
            </a:r>
            <a:br/>
            <a:r>
              <a:t>print(s[3:])   # hon</a:t>
            </a:r>
            <a:br/>
            <a:r>
              <a:t>print(s[::-1]) # nohtyP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03 — Chaînes de caractères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Méthodes essentielles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upper(), lower(), strip()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replace(), split(), join()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startswith(), endswith(), isdigit()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Nettoyage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s = "  Hello World  "</a:t>
            </a:r>
            <a:br/>
            <a:r>
              <a:t>print(s.strip())      # "Hello World"</a:t>
            </a:r>
            <a:br/>
            <a:r>
              <a:t>print(s.lower())      # "  hello world  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Découpage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print(s.split())      # ["Hello", "World"]</a:t>
            </a:r>
            <a:br/>
            <a:r>
              <a:t>print("-".join(["a","b"]))  # "a-b"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Vérification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6294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"42".isdigit()   # True</a:t>
            </a:r>
            <a:br/>
            <a:r>
              <a:t>"abc".isalpha()  # True</a:t>
            </a:r>
            <a:br/>
            <a:r>
              <a:t>"abc123".isalnum()  # 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1E1E"/>
                </a:solidFill>
                <a:latin typeface="Calibri"/>
              </a:defRPr>
            </a:pPr>
            <a:r>
              <a:t>Récapitulatif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Création de chaînes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Concaténation et répétition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f-strings avancées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Indexation et slicing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Méthodes essentielles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Module 03 terminé ! Prochain module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