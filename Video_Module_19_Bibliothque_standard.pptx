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19     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Bibliothèque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3 - Avancé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Explorez math, random, datetime, os, sys, json, collections et 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Module 19 - Bibliothèque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19: Bibliothèque standard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Explorez math, random, datetime, os, sys, json, collections et plus.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Avancé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Module 19 - Bibliothèque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bibliothèque standard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Module 19 - Bibliothèque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Module 19 - Bibliothèque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27B0"/>
                </a:solidFill>
                <a:latin typeface="Calibri"/>
              </a:defRPr>
            </a:pPr>
            <a:r>
              <a:t>Module 19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