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06     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Contrôle de flux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Maîtrisez if/elif/else, match/case, l'opérateur ternaire et le walrus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Calibri"/>
              </a:defRPr>
            </a:pPr>
            <a:r>
              <a:t>Module 06 - Contrôle de flux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if / elif / 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Structure conditionnelle de base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Pas de parentheses obligatoires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Indentation definit les blocs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elif = else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age = 18</a:t>
            </a:r>
            <a:br/>
            <a:r>
              <a:t>if age &lt; 12:</a:t>
            </a:r>
            <a:br/>
            <a:r>
              <a:t>    print("Enfant")</a:t>
            </a:r>
            <a:br/>
            <a:r>
              <a:t>elif age &lt; 18:</a:t>
            </a:r>
            <a:br/>
            <a:r>
              <a:t>    print("Adolescent")</a:t>
            </a:r>
            <a:br/>
            <a:r>
              <a:t>else:</a:t>
            </a:r>
            <a:br/>
            <a:r>
              <a:t>    print("Adulte")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Calibri"/>
              </a:defRPr>
            </a:pPr>
            <a:r>
              <a:t>Module 06 - Contrôle de flux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Operateurs speciaux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Operateur ternaire : x if cond else y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match/case (Python 3.10+)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Walrus operator := (assigner + tester)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Combinaison avec and, or,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Ternaire</a:t>
            </a:r>
            <a:br/>
            <a:r>
              <a:t>statut = "majeur" if age &gt;= 18 else "mineur"</a:t>
            </a:r>
            <a:br/>
            <a:br/>
            <a:r>
              <a:t># Walrus</a:t>
            </a:r>
            <a:br/>
            <a:r>
              <a:t>if (n := len(liste)) &gt; 5:</a:t>
            </a:r>
            <a:br/>
            <a:r>
              <a:t>    print(f"Grande liste: {n}")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D32"/>
                </a:solidFill>
                <a:latin typeface="Calibri"/>
              </a:defRPr>
            </a:pPr>
            <a:r>
              <a:t>Module 06 - Contrôle de flux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Eviter les if imbriques trop profonds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Utiliser des fonctions pour clarifier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Preferer match/case pour multi-conditions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and/or court-circuitent l'evaluation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Plutot que if imbriques</a:t>
            </a:r>
            <a:br/>
            <a:r>
              <a:t>def categorie(age):</a:t>
            </a:r>
            <a:br/>
            <a:r>
              <a:t>    if age &lt; 12: return "Enfant"</a:t>
            </a:r>
            <a:br/>
            <a:r>
              <a:t>    if age &lt; 18: return "Ado"</a:t>
            </a:r>
            <a:br/>
            <a:r>
              <a:t>    return "Adulte"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if / elif / else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Operateurs speciaux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7D32"/>
                </a:solidFill>
                <a:latin typeface="Calibri"/>
              </a:defRPr>
            </a:pPr>
            <a:r>
              <a:t>Module 06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