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16     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Itérateurs et générateurs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Créez des séquences à la demande avec yield et économisez la mémoire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7C00"/>
                </a:solidFill>
                <a:latin typeface="Calibri"/>
              </a:defRPr>
            </a:pPr>
            <a:r>
              <a:t>Module 16 - Itérateurs et générateurs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16: Itérateurs et générateurs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Créez des séquences à la demande avec yield et économisez la mémoire.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Intermédiaire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7C00"/>
                </a:solidFill>
                <a:latin typeface="Calibri"/>
              </a:defRPr>
            </a:pPr>
            <a:r>
              <a:t>Module 16 - Itérateurs et générateurs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itérateurs et générateurs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7C00"/>
                </a:solidFill>
                <a:latin typeface="Calibri"/>
              </a:defRPr>
            </a:pPr>
            <a:r>
              <a:t>Module 16 - Itérateurs et générateurs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7C00"/>
                </a:solidFill>
                <a:latin typeface="Calibri"/>
              </a:defRPr>
            </a:pPr>
            <a:r>
              <a:t>Module 16 - Itérateurs et générateurs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7C00"/>
                </a:solidFill>
                <a:latin typeface="Calibri"/>
              </a:defRPr>
            </a:pPr>
            <a:r>
              <a:t>Module 16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