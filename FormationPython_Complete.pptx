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699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FORMATION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E873"/>
                </a:solidFill>
                <a:latin typeface="Calibri"/>
              </a:defRPr>
            </a:pPr>
            <a:r>
              <a:t>Du débutant à l'expert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36 modules — 4 parties — 90+ heures de 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E873"/>
                </a:solidFill>
                <a:latin typeface="Calibri"/>
              </a:defRPr>
            </a:pPr>
            <a:r>
              <a:t>© Formation Python — formation-python-web.vercel.app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Partie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Les Fondamentaux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10 modules — Les bases essentielles de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8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Partie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Intermédiaire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8 modules — Approfondissez vos connaissances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27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Partie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Avancé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6 modules — Concepts avancés du langage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2F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Partie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Expert / Spécialisation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12 modules — Maîtrisez l'écosystème Python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Partie 1 — Les Fondamentaux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Introduction à 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Installez Python et écrivez vos premiers scripts.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Partie 1 — Les Fondamentaux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Variables, types et opérateurs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Maîtrisez les types fondamentaux et les opérateurs.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Partie 1 — Les Fondamentaux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Chaînes de caractères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Manipulez le texte : méthodes, slicing, f-strings.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Partie 1 — Les Fondamentaux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Listes et tuples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Collections ordonnées : création, méthodes, slicing.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Partie 1 — Les Fondamentaux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🗂️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Dictionnaires et ensembles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Associations clé-valeur et ensembles uniques.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Partie 1 — Les Fondamentaux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Contrôle de flux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if/elif/else, match/case, opérateur ternaire.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Partie 1 — Les Fondamentaux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Boucles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Itérez avec for/while, break/continue/else.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Partie 1 — Les Fondamentaux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Fonctions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Fonctions réutilisables, paramètres, portée, closures.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Durée : 3h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Partie 1 — Les Fondamentaux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Compréhensions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Code concis avec list/dict/set comprehensions.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Partie 1 — Les Fondamentaux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Gestion des erreurs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try/except, créez vos propres exceptions.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CAF5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800"/>
                </a:solidFill>
                <a:latin typeface="Calibri"/>
              </a:defRPr>
            </a:pPr>
            <a:r>
              <a:t>Partie 2 — Intermédiaire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Modules et packages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Organisez votre code en modules et packages.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80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800"/>
                </a:solidFill>
                <a:latin typeface="Calibri"/>
              </a:defRPr>
            </a:pPr>
            <a:r>
              <a:t>Partie 2 — Intermédiaire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Fichiers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Lisez/écrivez fichiers, CSV, JSON. pathlib.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80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800"/>
                </a:solidFill>
                <a:latin typeface="Calibri"/>
              </a:defRPr>
            </a:pPr>
            <a:r>
              <a:t>Partie 2 — Intermédiaire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POO — Classes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Classes, attributs, méthodes, propriétés.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800"/>
                </a:solidFill>
                <a:latin typeface="Calibri"/>
              </a:defRPr>
            </a:pPr>
            <a:r>
              <a:t>Durée : 3h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800"/>
                </a:solidFill>
                <a:latin typeface="Calibri"/>
              </a:defRPr>
            </a:pPr>
            <a:r>
              <a:t>Partie 2 — Intermédiaire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Héritage et polymorphisme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Héritage, polymorphisme, classes abstraites.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800"/>
                </a:solidFill>
                <a:latin typeface="Calibri"/>
              </a:defRPr>
            </a:pPr>
            <a:r>
              <a:t>Durée : 3h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800"/>
                </a:solidFill>
                <a:latin typeface="Calibri"/>
              </a:defRPr>
            </a:pPr>
            <a:r>
              <a:t>Partie 2 — Intermédiaire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Méthodes spéciales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Personnalisez avec __str__, __add__, __call__.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80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800"/>
                </a:solidFill>
                <a:latin typeface="Calibri"/>
              </a:defRPr>
            </a:pPr>
            <a:r>
              <a:t>Partie 2 — Intermédiaire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Itérateurs et générateurs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Séquences à la demande avec yield.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80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800"/>
                </a:solidFill>
                <a:latin typeface="Calibri"/>
              </a:defRPr>
            </a:pPr>
            <a:r>
              <a:t>Partie 2 — Intermédiaire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Décorateurs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Étendez le comportement des fonctions.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80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800"/>
                </a:solidFill>
                <a:latin typeface="Calibri"/>
              </a:defRPr>
            </a:pPr>
            <a:r>
              <a:t>Partie 2 — Intermédiaire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Context managers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Gérez les ressources avec with/__enter__.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80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27B0"/>
                </a:solidFill>
                <a:latin typeface="Calibri"/>
              </a:defRPr>
            </a:pPr>
            <a:r>
              <a:t>Partie 3 — Avancé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Bibliothèque standard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math, random, datetime, os, sys, json...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27B0"/>
                </a:solidFill>
                <a:latin typeface="Calibri"/>
              </a:defRPr>
            </a:pPr>
            <a:r>
              <a:t>Durée : 3h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27B0"/>
                </a:solidFill>
                <a:latin typeface="Calibri"/>
              </a:defRPr>
            </a:pPr>
            <a:r>
              <a:t>Partie 3 — Avancé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Expressions régulières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Regex pour valider, rechercher, transformer.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27B0"/>
                </a:solidFill>
                <a:latin typeface="Calibri"/>
              </a:defRPr>
            </a:pPr>
            <a:r>
              <a:t>Durée : 3h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27B0"/>
                </a:solidFill>
                <a:latin typeface="Calibri"/>
              </a:defRPr>
            </a:pPr>
            <a:r>
              <a:t>Partie 3 — Avancé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Programmation fonctionnelle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Map, filter, reduce, lambda, itertools.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27B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27B0"/>
                </a:solidFill>
                <a:latin typeface="Calibri"/>
              </a:defRPr>
            </a:pPr>
            <a:r>
              <a:t>Partie 3 — Avancé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🏷️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Type hints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Typage avec typing, TypeVar, mypy.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27B0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27B0"/>
                </a:solidFill>
                <a:latin typeface="Calibri"/>
              </a:defRPr>
            </a:pPr>
            <a:r>
              <a:t>Partie 3 — Avancé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Async / Await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Asynchrone : asyncio, gather, aiohttp.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27B0"/>
                </a:solidFill>
                <a:latin typeface="Calibri"/>
              </a:defRPr>
            </a:pPr>
            <a:r>
              <a:t>Durée : 3h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27B0"/>
                </a:solidFill>
                <a:latin typeface="Calibri"/>
              </a:defRPr>
            </a:pPr>
            <a:r>
              <a:t>Partie 3 — Avancé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Threading &amp; Multiprocess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Parallélisme, GIL, synchronisation.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27B0"/>
                </a:solidFill>
                <a:latin typeface="Calibri"/>
              </a:defRPr>
            </a:pPr>
            <a:r>
              <a:t>Durée : 3h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32F2F"/>
                </a:solidFill>
                <a:latin typeface="Calibri"/>
              </a:defRPr>
            </a:pPr>
            <a:r>
              <a:t>Partie 4 — Expert / Spécialisation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Métaclasses &amp; Introspection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Métaclasses, __init_subclass__, introspection.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Durée : 3h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32F2F"/>
                </a:solidFill>
                <a:latin typeface="Calibri"/>
              </a:defRPr>
            </a:pPr>
            <a:r>
              <a:t>Partie 4 — Expert / Spécialisation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Design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Singleton, Factory, Observer, Strategy.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Durée : 3h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32F2F"/>
                </a:solidFill>
                <a:latin typeface="Calibri"/>
              </a:defRPr>
            </a:pPr>
            <a:r>
              <a:t>Partie 4 — Expert / Spécialisation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Tests unitaires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pytest, unittest, mocking, TDD.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Durée : 3h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32F2F"/>
                </a:solidFill>
                <a:latin typeface="Calibri"/>
              </a:defRPr>
            </a:pPr>
            <a:r>
              <a:t>Partie 4 — Expert / Spécialisation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Logging &amp; Debugging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Logging, debugging pdb, profiling cProfile.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32F2F"/>
                </a:solidFill>
                <a:latin typeface="Calibri"/>
              </a:defRPr>
            </a:pPr>
            <a:r>
              <a:t>Partie 4 — Expert / Spécialisation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Environnements virtuels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venv, pip, poetry, conda.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32F2F"/>
                </a:solidFill>
                <a:latin typeface="Calibri"/>
              </a:defRPr>
            </a:pPr>
            <a:r>
              <a:t>Partie 4 — Expert / Spécialisation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Packaging &amp;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Distribuez sur PyPI avec pyproject.toml.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Durée : 2h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32F2F"/>
                </a:solidFill>
                <a:latin typeface="Calibri"/>
              </a:defRPr>
            </a:pPr>
            <a:r>
              <a:t>Partie 4 — Expert / Spécialisation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API REST avec FastAPI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APIs REST avec FastAPI, Pydantic, Uvicorn.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Durée : 4h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32F2F"/>
                </a:solidFill>
                <a:latin typeface="Calibri"/>
              </a:defRPr>
            </a:pPr>
            <a:r>
              <a:t>Partie 4 — Expert / Spécialisation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🗄️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Bases de données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SQLite, SQLAlchemy ORM, migrations.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Durée : 4h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32F2F"/>
                </a:solidFill>
                <a:latin typeface="Calibri"/>
              </a:defRPr>
            </a:pPr>
            <a:r>
              <a:t>Partie 4 — Expert / Spécialisation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🕸️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Web scraping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Requests, BeautifulSoup, Selenium.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Durée : 3h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32F2F"/>
                </a:solidFill>
                <a:latin typeface="Calibri"/>
              </a:defRPr>
            </a:pPr>
            <a:r>
              <a:t>Partie 4 — Expert / Spécialisation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Data Science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NumPy, Pandas : DataFrames, agrégation.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Durée : 4h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32F2F"/>
                </a:solidFill>
                <a:latin typeface="Calibri"/>
              </a:defRPr>
            </a:pPr>
            <a:r>
              <a:t>Partie 4 — Expert / Spécialisation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Visualisation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Graphiques avec Matplotlib et Seaborn.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Durée : 3h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32F2F"/>
                </a:solidFill>
                <a:latin typeface="Calibri"/>
              </a:defRPr>
            </a:pPr>
            <a:r>
              <a:t>Partie 4 — Expert / Spécialisation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Module 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7315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0">
                <a:solidFill>
                  <a:srgbClr val="1E1E1E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Calibri"/>
              </a:defRPr>
            </a:pPr>
            <a:r>
              <a:t>Projet final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657600" cy="36576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Calibri"/>
              </a:defRPr>
            </a:pPr>
            <a:r>
              <a:t>Projet complet pour valider toutes les compétences.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2F2F"/>
                </a:solidFill>
                <a:latin typeface="Calibri"/>
              </a:defRPr>
            </a:pPr>
            <a:r>
              <a:t>Durée : 8h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784848"/>
            <a:ext cx="1187165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699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Félicitations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E873"/>
                </a:solidFill>
                <a:latin typeface="Calibri"/>
              </a:defRPr>
            </a:pPr>
            <a:r>
              <a:t>Vous avez terminé les 36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Obtenez votre attestation sur formation-python-web.vercel.app/certificate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