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09     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Compréhensions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Écrivez du code concis et performant avec les list/dict/set comprehensions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Module 09 - Compréhensions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List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Syntaxe concise pour creer des listes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[expr for elem in iterable]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Avec filtre : [expr for elem in iterable if cond]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Plus rapide qu'une boucle for classique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# Classique</a:t>
            </a:r>
            <a:br/>
            <a:r>
              <a:t>carres = []</a:t>
            </a:r>
            <a:br/>
            <a:r>
              <a:t>for i in range(10):</a:t>
            </a:r>
            <a:br/>
            <a:r>
              <a:t>    carres.append(i**2)</a:t>
            </a:r>
            <a:br/>
            <a:br/>
            <a:r>
              <a:t># Comprehension</a:t>
            </a:r>
            <a:br/>
            <a:r>
              <a:t>carres = [i**2 for i in range(10)]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Module 09 - Compréhensions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Dict et set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{k: v for k, v in iterable}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{expr for elem in iterable}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Comprehension de tuple avec generator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Applicable partout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# Dict comprehension</a:t>
            </a:r>
            <a:br/>
            <a:r>
              <a:t>carres = {i: i**2 for i in range(5)}</a:t>
            </a:r>
            <a:br/>
            <a:r>
              <a:t># {0:0, 1:1, 2:4, 3:9, 4:16}</a:t>
            </a:r>
            <a:br/>
            <a:br/>
            <a:r>
              <a:t># Set comprehension</a:t>
            </a:r>
            <a:br/>
            <a:r>
              <a:t>pairs = {i for i in range(10) if i % 2 == 0}</a:t>
            </a:r>
            <a:br/>
            <a:r>
              <a:t># {0, 2, 4, 6, 8}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Module 09 - Compréhensions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Comprehensions imbriquees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Plusieurs for dans une comprehension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Equivalent a des boucles imbriquees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 utiliser avec moderation (lisibilite)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Peut remplacer filter() et map()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# Double boucle</a:t>
            </a:r>
            <a:br/>
            <a:r>
              <a:t>paires = [(i, j) for i in range(3) for j in range(2)]</a:t>
            </a:r>
            <a:br/>
            <a:r>
              <a:t># [(0,0), (0,1), (1,0), (1,1), (2,0), (2,1)]</a:t>
            </a:r>
            <a:br/>
            <a:br/>
            <a:r>
              <a:t># Avec condition</a:t>
            </a:r>
            <a:br/>
            <a:r>
              <a:t>nombres = [i for i in range(20) if i % 2 == 0 if i % 3 == 0]</a:t>
            </a:r>
            <a:br/>
            <a:r>
              <a:t># [0, 6, 12, 18]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List comprehensions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Dict et set comprehensions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Comprehensions imbriquees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CAF50"/>
                </a:solidFill>
                <a:latin typeface="Calibri"/>
              </a:defRPr>
            </a:pPr>
            <a:r>
              <a:t>Module 09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