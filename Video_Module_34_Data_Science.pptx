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9144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666666"/>
                </a:solidFill>
                <a:latin typeface="Calibri"/>
              </a:defRPr>
            </a:pPr>
            <a:r>
              <a:t>Module 34     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1E1E1E"/>
                </a:solidFill>
                <a:latin typeface="Calibri"/>
              </a:defRPr>
            </a:pPr>
            <a:r>
              <a:t>Data Science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666666"/>
                </a:solidFill>
                <a:latin typeface="Calibri"/>
              </a:defRPr>
            </a:pPr>
            <a:r>
              <a:t>Partie 4 - Expert / Spécialisation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66666"/>
                </a:solidFill>
                <a:latin typeface="Calibri"/>
              </a:defRPr>
            </a:pPr>
            <a:r>
              <a:t>Duree : 4h  |  Analysez des données avec NumPy et Pandas : vectorisation, DataFrames, agrégation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2A5F5"/>
                </a:solidFill>
                <a:latin typeface="Calibri"/>
              </a:defRPr>
            </a:pPr>
            <a:r>
              <a:t>Module 34 - Data Science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0058400" cy="4572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1E1E"/>
                </a:solidFill>
                <a:latin typeface="Calibri"/>
              </a:defRPr>
            </a:pPr>
            <a:r>
              <a:t>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Module 34: Data Science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Analysez des données avec NumPy et Pandas : vectorisation, DataFrames, agrégation.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Duree : 4h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Partie : Expert / Spécialisation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6784848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2A5F5"/>
                </a:solidFill>
                <a:latin typeface="Calibri"/>
              </a:defRPr>
            </a:pPr>
            <a:r>
              <a:t>Module 34 - Data Science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0058400" cy="4572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1E1E"/>
                </a:solidFill>
                <a:latin typeface="Calibri"/>
              </a:defRPr>
            </a:pPr>
            <a:r>
              <a:t>Concepts cles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Decouvrez les concepts fondamentaux de data science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Cas d'usage concrets et exemples pratiques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Bonnes pratiques et pieges a eviter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Exercices pour valider la comprehension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6784848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2A5F5"/>
                </a:solidFill>
                <a:latin typeface="Calibri"/>
              </a:defRPr>
            </a:pPr>
            <a:r>
              <a:t>Module 34 - Data Science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0058400" cy="4572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1E1E"/>
                </a:solidFill>
                <a:latin typeface="Calibri"/>
              </a:defRPr>
            </a:pPr>
            <a:r>
              <a:t>Exemple pratique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Un exemple concret pour illustrer le module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Code commente pas a pas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Testez par vous-meme dans votre environnement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6784848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2A5F5"/>
                </a:solidFill>
                <a:latin typeface="Calibri"/>
              </a:defRPr>
            </a:pPr>
            <a:r>
              <a:t>Module 34 - Data Science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0058400" cy="4572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1E1E"/>
                </a:solidFill>
                <a:latin typeface="Calibri"/>
              </a:defRPr>
            </a:pPr>
            <a:r>
              <a:t>Bonnes pratiques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Suivez les conventions Python (PEP 8)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Documentez votre code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Testez au fur et a mesure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Pratiquez regulierement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6784848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E1E1E"/>
                </a:solidFill>
                <a:latin typeface="Calibri"/>
              </a:defRPr>
            </a:pPr>
            <a:r>
              <a:t>Recapitulatif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7432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800">
                <a:solidFill>
                  <a:srgbClr val="1E1E1E"/>
                </a:solidFill>
                <a:latin typeface="Calibri"/>
              </a:defRPr>
            </a:pPr>
            <a:r>
              <a:t>  Introduction</a:t>
            </a:r>
          </a:p>
          <a:p>
            <a:pPr>
              <a:spcAft>
                <a:spcPts val="1000"/>
              </a:spcAft>
              <a:defRPr sz="2800">
                <a:solidFill>
                  <a:srgbClr val="1E1E1E"/>
                </a:solidFill>
                <a:latin typeface="Calibri"/>
              </a:defRPr>
            </a:pPr>
            <a:r>
              <a:t>  Concepts cles</a:t>
            </a:r>
          </a:p>
          <a:p>
            <a:pPr>
              <a:spcAft>
                <a:spcPts val="1000"/>
              </a:spcAft>
              <a:defRPr sz="2800">
                <a:solidFill>
                  <a:srgbClr val="1E1E1E"/>
                </a:solidFill>
                <a:latin typeface="Calibri"/>
              </a:defRPr>
            </a:pPr>
            <a:r>
              <a:t>  Exemple pratique</a:t>
            </a:r>
          </a:p>
          <a:p>
            <a:pPr>
              <a:spcAft>
                <a:spcPts val="1000"/>
              </a:spcAft>
              <a:defRPr sz="2800">
                <a:solidFill>
                  <a:srgbClr val="1E1E1E"/>
                </a:solidFill>
                <a:latin typeface="Calibri"/>
              </a:defRPr>
            </a:pPr>
            <a:r>
              <a:t>  Bonnes pratiques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6692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42A5F5"/>
                </a:solidFill>
                <a:latin typeface="Calibri"/>
              </a:defRPr>
            </a:pPr>
            <a:r>
              <a:t>Module 34 termine 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