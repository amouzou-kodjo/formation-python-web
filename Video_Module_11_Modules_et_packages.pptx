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11     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Modules et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Organisez votre code en modules et packages réutilisables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Module 11 - Modules et packages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module = un fichier .py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Reutiliser du code avec import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import module, from module import ...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alias : import module as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mon_module.py</a:t>
            </a:r>
            <a:br/>
            <a:r>
              <a:t>def saluer(nom):</a:t>
            </a:r>
            <a:br/>
            <a:r>
              <a:t>    return f"Bonjour {nom}"</a:t>
            </a:r>
            <a:br/>
            <a:br/>
            <a:r>
              <a:t># main.py</a:t>
            </a:r>
            <a:br/>
            <a:r>
              <a:t>import mon_module</a:t>
            </a:r>
            <a:br/>
            <a:r>
              <a:t>print(mon_module.saluer("Alice"))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Module 11 - Modules et packages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package = un dossier avec __init__.py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Organiser des modules en arborescence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Import absolu et relatif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__init__.py peut exporter des noms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mon_package/</a:t>
            </a:r>
            <a:br/>
            <a:r>
              <a:t>    __init__.py</a:t>
            </a:r>
            <a:br/>
            <a:r>
              <a:t>    module_a.py</a:t>
            </a:r>
            <a:br/>
            <a:r>
              <a:t>    module_b.py</a:t>
            </a:r>
            <a:br/>
            <a:br/>
            <a:r>
              <a:t>from mon_package import module_a</a:t>
            </a:r>
            <a:br/>
            <a:r>
              <a:t>from mon_package.module_b import fonction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9800"/>
                </a:solidFill>
                <a:latin typeface="Calibri"/>
              </a:defRPr>
            </a:pPr>
            <a:r>
              <a:t>Module 11 - Modules et packages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module = une responsabilite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Noms courts, explicites, snake_case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Eviter les imports circulaires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if __name__ == "__main__": pour les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800"/>
                </a:solidFill>
                <a:latin typeface="Calibri"/>
              </a:defRPr>
            </a:pPr>
            <a:r>
              <a:t>Exemple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1E1E1E"/>
                </a:solidFill>
                <a:latin typeface="Consolas"/>
              </a:defRPr>
            </a:pPr>
            <a:r>
              <a:t># Testable en tant que script</a:t>
            </a:r>
            <a:br/>
            <a:r>
              <a:t>if __name__ == "__main__":</a:t>
            </a:r>
            <a:br/>
            <a:r>
              <a:t>    # Code de test ici</a:t>
            </a:r>
            <a:br/>
            <a:r>
              <a:t>    print(saluer("Alice"))</a:t>
            </a:r>
            <a:br/>
            <a:br/>
            <a:r>
              <a:t># Execute seulement si lance directement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Modules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Packages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800"/>
                </a:solidFill>
                <a:latin typeface="Calibri"/>
              </a:defRPr>
            </a:pPr>
            <a:r>
              <a:t>Module 11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